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.svg" ContentType="image/svg+xml"/>
  <Override PartName="/ppt/media/image35.svg" ContentType="image/svg+xml"/>
  <Override PartName="/ppt/media/image37.svg" ContentType="image/svg+xml"/>
  <Override PartName="/ppt/media/image42.svg" ContentType="image/svg+xml"/>
  <Override PartName="/ppt/media/image44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3" r:id="rId10"/>
    <p:sldId id="266" r:id="rId11"/>
    <p:sldId id="267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大家好，欢迎参加我们的项目演示。今天我们将向大家展示我们团队设计的“主动式多智能体医疗预审系统”，这是一个旨在解决门诊痛点、提升医疗效率的人工智能课程设计项目。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演示将分为五个部分。首先，我们会介绍项目的背景和初衷；接着，展示系统的核心功能和交互流程；然后，深入解析系统的架构与底层实现；之后，对项目的可行性进行分析；最后，展望系统未来的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什么要做这个项目？核心原因在于我们观察到了真实门诊中的诸多痛点。患者的描述往往很口语化，而医生需要在短时间内处理大量信息。现有的预问诊方案体验不佳，甚至存在风险。因此，我们的核心目标非常明确：不追求一步到位的全自动诊疗，而是专注于解决最基础也最关键的问题——将混乱的口语信息，转化为清晰、安全的结构化病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为了更深入地理解我们项目的必要性，我们来分析一下现有的几种预问诊方案。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传统的表单填写。这种方式流程非常繁琐，患者需要手动输入大量结构化信息，很容易产生抵触情绪，导致信息填写不完整或不准确。结果往往是关键信息收集不到位，甚至患者直接放弃，完全达不到预问诊的目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种是被动式的客服机器人。它们通常采用“踢一脚走一步”的僵化问答模式，缺乏主动引导和对上下文的理解能力。这导致对话效率低下，不仅容易遗漏关键信息，还无法有效应对患者复杂的症状描述，用户体验并不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现阶段的端到端诊疗AI。虽然AI技术发展迅速，但在医疗这种高风险领域，AI的“幻觉”现象和决策的不可解释性是致命的。这使得医生和患者都难以完全信任AI的判断，直接用于诊断和治疗的风险极高，也不符合当前的医疗规范和伦理要求，因此很难大规模落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这些局限性——体验差、效率低、风险高——正是我们项目要解决的核心问题。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简单回顾一下系统的核心功能。患者端采用直观的聊天界面，系统能主动引导并识别风险；医生端则提供实时数据看板，让医生能快速了解患者情况。这两部分共同构成了高效的智能预审流程。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核心竞争力体现在这三大机制上。首先，我们用大模型加正则的双保险方式来抽取信息，保证了准确性。其次，系统具备主动提问的能力，能像医生一样追问关键信息。最重要的是，我们设计了红旗预警机制，一旦发现高危症状，会立即干预，确保患者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的系统将从单一模型进化为多智能体协同系统。想象一下，当患者描述复杂症状时，系统会自动召集心血管、呼吸科等不同专科的AI医生进行协同会诊，共同给出最准确的诊断建议，这将极大提升诊断的准确性和全面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另一个重要发展方向是整合更多维度的数据。未来，系统将能够接入智能穿戴设备的连续生理数据，实现对健康状况的动态监测和预测。更进一步，AI将能像真正的助手一样，自动处理繁琐的数据查询和分析工作，为医生生成全面的诊断参考，实现真正的智能医疗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的项目成功打造了一个可靠的智能预审系统，有效解决了门诊的实际问题。更重要的是，它为未来更高级的多智能体医疗应用打下了坚实的基础。最后，感谢老师的指导和团队成员的付出。我的演示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svg"/><Relationship Id="rId7" Type="http://schemas.openxmlformats.org/officeDocument/2006/relationships/image" Target="../media/image10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3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8.jpe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5.svg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9.jpe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26.jpeg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8.jpe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23.svg"/><Relationship Id="rId1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21C3C">
                  <a:alpha val="88000"/>
                </a:srgbClr>
              </a:gs>
              <a:gs pos="100000">
                <a:srgbClr val="007BFF">
                  <a:alpha val="75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762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508000" y="1651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主动式多智能体医疗预审系统设计与展望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医学人工智能课程设计 ——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3048000"/>
            <a:ext cx="1016000" cy="381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cap="flat" cmpd="sng">
            <a:solidFill>
              <a:srgbClr val="006F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浙江大学计算机科学与技术学院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演讲者</a:t>
            </a: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：苏易文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ctr">
              <a:lnSpc>
                <a:spcPct val="108000"/>
              </a:lnSpc>
            </a:pP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组员</a:t>
            </a:r>
            <a:r>
              <a:rPr lang="en-US" altLang="zh-CN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张崇洋、廖晨皓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01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625600"/>
            <a:ext cx="254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1625600"/>
            <a:ext cx="685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为何选择本项目？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413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590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2514600"/>
            <a:ext cx="254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功能呈现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2514600"/>
            <a:ext cx="685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系统交互与核心流程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302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79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3403600"/>
            <a:ext cx="254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系统架构与底层实现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18000" y="3403600"/>
            <a:ext cx="685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技术核心解析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68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292600"/>
            <a:ext cx="254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可行性分析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18000" y="4292600"/>
            <a:ext cx="685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技术与应用价值评估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2578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651000" y="5181600"/>
            <a:ext cx="254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18000" y="5181600"/>
            <a:ext cx="685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迈向多智能体医疗生态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8051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项目背景：门诊痛点与核心目标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6096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549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门诊痛点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558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患者描述口语化、信息不精准，增加医生诊断难度。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医生接诊时间有限，急需条理清晰的结构化病历。</a:t>
            </a:r>
            <a:endParaRPr lang="en-US" sz="14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现有预问诊方案体验差，易遗漏关键信息和潜在风险。</a:t>
            </a:r>
            <a:endParaRPr lang="en-US" sz="14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746500"/>
            <a:ext cx="6096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8989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558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将非结构化的自然语言，稳定转化为结构化的病历摘要。</a:t>
            </a:r>
            <a:endParaRPr lang="en-US" sz="14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确保医疗安全，防范AI幻觉，为后续高级应用打下基础。</a:t>
            </a:r>
            <a:endParaRPr lang="en-US" sz="14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493000" y="1651000"/>
            <a:ext cx="3302000" cy="3302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54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7493000" y="5080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高效的医患沟通与结构化记录场景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项目背景：现有方案的局限性分析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905000" y="1778000"/>
            <a:ext cx="1016000" cy="1016000"/>
          </a:xfrm>
          <a:prstGeom prst="ellipse">
            <a:avLst/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9685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传统表单预问诊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626">
            <a:off x="1016014" y="335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3492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流程繁琐，手动填写大量信息，易产生抵触，信息常不准确。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4381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关键信息收集不全，患者可能放弃填写，预问诊失效。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524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588000" y="1778000"/>
            <a:ext cx="1016000" cy="1016000"/>
          </a:xfrm>
          <a:prstGeom prst="ellipse">
            <a:avLst/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9685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被动式客服机器人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626">
            <a:off x="4699014" y="335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3492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交互僵化，缺乏主动引导和上下文理解，踢一脚走一步。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72000" y="4381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对话效率低，易遗漏关键信息，无法应对复杂症状描述。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524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271000" y="1778000"/>
            <a:ext cx="1016000" cy="1016000"/>
          </a:xfrm>
          <a:prstGeom prst="ellipse">
            <a:avLst/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68500"/>
            <a:ext cx="635000" cy="635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255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端到端诊疗AI（现阶段）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626">
            <a:off x="8382014" y="335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492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医疗高风险领域中，AI“幻觉”和决策不可解释是致命缺陷。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5000" y="4381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难以获信任，直接用于诊断风险极高，不符合伦理规范。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715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16000" y="5778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核心痛点总结：</a:t>
            </a:r>
            <a:r>
              <a:rPr lang="en-US" sz="15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现有方案在患者体验、交互效率及医疗安全性之间存在难以调和的矛盾，亟需一种兼顾效率与安全的新型预问诊模式。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0358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功能呈现：核心交互与流程概览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52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患者端：智能引导与风险预警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123" r="123"/>
          <a:stretch>
            <a:fillRect/>
          </a:stretch>
        </p:blipFill>
        <p:spPr>
          <a:xfrm>
            <a:off x="1993900" y="2032000"/>
            <a:ext cx="2743200" cy="1778000"/>
          </a:xfrm>
          <a:prstGeom prst="roundRect">
            <a:avLst>
              <a:gd name="adj" fmla="val 3571"/>
            </a:avLst>
          </a:prstGeom>
          <a:noFill/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016000" y="3937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采用左右双栏设计，左侧自然语言交互，右侧实时生成结构化病历卡片。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具备主动提问补全信息能力，可识别高危症状（如胸痛伴呼吸困难）并触发红色预警。</a:t>
            </a:r>
            <a:endParaRPr lang="en-US" sz="14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207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587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152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医生端：实时数据看板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 t="19" b="19"/>
          <a:stretch>
            <a:fillRect/>
          </a:stretch>
        </p:blipFill>
        <p:spPr>
          <a:xfrm>
            <a:off x="7416800" y="2032000"/>
            <a:ext cx="2819400" cy="1778000"/>
          </a:xfrm>
          <a:prstGeom prst="roundRect">
            <a:avLst>
              <a:gd name="adj" fmla="val 3571"/>
            </a:avLst>
          </a:prstGeom>
          <a:noFill/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477000" y="3937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提供纯粹的医学数据看板，直观展示关键诊疗信息。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实时同步患者结构化信息和风险等级，辅助医生快速掌握病情，大幅提升接诊效率。</a:t>
            </a:r>
            <a:endParaRPr lang="en-US" sz="14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9EC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DB5BD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智能预审流程 · 提升医疗服务效率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9055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系统架构与底层实现：三大核心机制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05000" y="1778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889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大模型+正则双保险抽取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429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结合大语言模型的语义理解能力和本地正则规则的硬性校验，确保信息抽取的准确性和格式稳定性。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t="835" b="835"/>
          <a:stretch>
            <a:fillRect/>
          </a:stretch>
        </p:blipFill>
        <p:spPr>
          <a:xfrm>
            <a:off x="5588000" y="1778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主动式槽位填充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429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系统主动检查病历卡片，发现核心信息缺失时，动态生成问题向患者追问，实现多轮对话补全病史。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524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 t="193" b="193"/>
          <a:stretch>
            <a:fillRect/>
          </a:stretch>
        </p:blipFill>
        <p:spPr>
          <a:xfrm>
            <a:off x="9271000" y="1778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255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红旗预警机制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429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参考真实诊断逻辑，设置高危症状组合拦截策略，一旦触发，强制提升就诊优先级，保障医疗安全。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7B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技术驱动医疗 · 智能保障安全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未来展望：迈向“专科Agent”协同会诊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24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专科化分工：多智能体网络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1905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系统将孵化出“心血管Agent”、“呼吸科Agent”等具备专业知识库的智能体，实现精细化专科覆盖。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7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984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并行处理与协同会诊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51000" y="3365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面对复杂病情，相关专科Agent将并行分析，各自独立提出诊断假说，打破单一视角的局限。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635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4450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风险仲裁：消除偏见与幻觉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826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中央“风险仲裁Agent”综合意见并发起跨Agent辩论，最终收敛出最安全、合理的分诊建议。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rcRect l="4545" t="9132" r="4545"/>
          <a:stretch>
            <a:fillRect/>
          </a:stretch>
        </p:blipFill>
        <p:spPr>
          <a:xfrm>
            <a:off x="6350000" y="1651000"/>
            <a:ext cx="4572000" cy="2527300"/>
          </a:xfrm>
          <a:prstGeom prst="roundRect">
            <a:avLst>
              <a:gd name="adj" fmla="val 502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101600" dir="5400000" algn="tl" rotWithShape="0">
              <a:srgbClr val="007BFF">
                <a:alpha val="1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350000" y="431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多智能体协同分诊机制示意图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未来展望：时序数据建模与实体Agent闭环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76" b="76"/>
          <a:stretch>
            <a:fillRect/>
          </a:stretch>
        </p:blipFill>
        <p:spPr>
          <a:xfrm>
            <a:off x="1524000" y="1587500"/>
            <a:ext cx="3556000" cy="1943100"/>
          </a:xfrm>
          <a:prstGeom prst="roundRect">
            <a:avLst>
              <a:gd name="adj" fmla="val 326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952500" y="3683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连续时序生理数据建模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41275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• 接入可穿戴设备（智能手表、血糖监测仪）的连续生理数据（心率、血氧等）。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• 结合时间序列分析，实现对疾病发展的前瞻性预测，捕捉早期异常信号。</a:t>
            </a:r>
            <a:endParaRPr lang="en-US" sz="14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1397000"/>
            <a:ext cx="5080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t="162" b="162"/>
          <a:stretch>
            <a:fillRect/>
          </a:stretch>
        </p:blipFill>
        <p:spPr>
          <a:xfrm>
            <a:off x="7112000" y="1587500"/>
            <a:ext cx="3556000" cy="1968500"/>
          </a:xfrm>
          <a:prstGeom prst="roundRect">
            <a:avLst>
              <a:gd name="adj" fmla="val 322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540500" y="3683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实体Agent闭环接管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40500" y="4127500"/>
            <a:ext cx="4699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• AI自动调取患者历史病历、化验单等数据，拥有操作现实医疗软件的能力。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• 在安全沙盒中自主分析，生成综合数字面板，融入医疗工作流，释放医生生产力。</a:t>
            </a:r>
            <a:endParaRPr lang="en-US" sz="14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142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600" y="508000"/>
            <a:ext cx="10972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项目总结与致谢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397000"/>
            <a:ext cx="109728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651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74800" y="16764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项目核心成果总结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222500"/>
            <a:ext cx="10363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成功构建了一个能将非结构化信息转化为结构化病历的“智能预审内核”，解决了门诊核心痛点，为未来迈向多智能体医疗生态奠定了坚实的数据基础。系统不仅提升了数据处理效率，更在医疗信息化智能化转型中迈出了关键一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" y="3937000"/>
            <a:ext cx="109728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4191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74800" y="42164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致谢与展望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14400" y="4699000"/>
            <a:ext cx="10363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衷心感谢黄正新老师在项目全程的悉心指导与专业建议，同时也感谢每一位团队成员的辛勤付出与通力协作，是大家的共同努力让项目得以顺利落地！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1519</Words>
  <Application>WPS 演示</Application>
  <PresentationFormat/>
  <Paragraphs>135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冬青黑体简体中文</vt:lpstr>
      <vt:lpstr>微软雅黑</vt:lpstr>
      <vt:lpstr>汉仪旗黑</vt:lpstr>
      <vt:lpstr>宋体</vt:lpstr>
      <vt:lpstr>Arial Unicode MS</vt:lpstr>
      <vt:lpstr>Noto Sans SC</vt:lpstr>
      <vt:lpstr>汉仪书宋二KW</vt:lpstr>
      <vt:lpstr>苹方-简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威廉</cp:lastModifiedBy>
  <cp:revision>1</cp:revision>
  <dcterms:created xsi:type="dcterms:W3CDTF">2026-04-13T10:53:05Z</dcterms:created>
  <dcterms:modified xsi:type="dcterms:W3CDTF">2026-04-13T10:53:05Z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FF67AD835571BAB011CBDC69A7944D2B_42</vt:lpwstr>
  </property>
  <property fmtid="{D5CDD505-2E9C-101B-9397-08002B2CF9AE}" pid="3" name="KSOProductBuildVer">
    <vt:lpwstr>2052-12.1.23141.23141</vt:lpwstr>
  </property>
</Properties>
</file>